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c5aa1eb-c737-2df7-1476-6c8b4975d0ae}">
          <p14:sldIdLst>
            <p14:sldId id="256"/>
            <p14:sldId id="257"/>
          </p14:sldIdLst>
        </p14:section>
        <p14:section name="Architecture" id="{e187ec1d-69b0-8764-2731-e7919ddea36f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Training" id="{65bcc495-8e6c-5871-956f-9290119285d1}">
          <p14:sldIdLst>
            <p14:sldId id="265"/>
          </p14:sldIdLst>
        </p14:section>
        <p14:section name="Results" id="{021851ae-0ec7-273d-a6a5-8f5b4792eac3}">
          <p14:sldIdLst>
            <p14:sldId id="266"/>
            <p14:sldId id="267"/>
            <p14:sldId id="268"/>
            <p14:sldId id="269"/>
            <p14:sldId id="270"/>
          </p14:sldIdLst>
        </p14:section>
        <p14:section name="Lessons" id="{e6d13559-d531-629a-d59e-8c2740344525}">
          <p14:sldIdLst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4"/>
                </a:solidFill>
                <a:latin typeface="+mn-lt"/>
              </a:rPr>
              <a:t>Training success rate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comm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0.2</c:v>
                  </c:pt>
                  <c:pt idx="1">
                    <c:v>0.43</c:v>
                  </c:pt>
                  <c:pt idx="2">
                    <c:v>0.65</c:v>
                  </c:pt>
                  <c:pt idx="3">
                    <c:v>0.88</c:v>
                  </c:pt>
                  <c:pt idx="4">
                    <c:v>1.11</c:v>
                  </c:pt>
                  <c:pt idx="5">
                    <c:v>1.33</c:v>
                  </c:pt>
                  <c:pt idx="6">
                    <c:v>1.56</c:v>
                  </c:pt>
                  <c:pt idx="7">
                    <c:v>1.78</c:v>
                  </c:pt>
                  <c:pt idx="8">
                    <c:v>2.01</c:v>
                  </c:pt>
                  <c:pt idx="9">
                    <c:v>2.24</c:v>
                  </c:pt>
                  <c:pt idx="10">
                    <c:v>2.46</c:v>
                  </c:pt>
                  <c:pt idx="11">
                    <c:v>2.69</c:v>
                  </c:pt>
                  <c:pt idx="12">
                    <c:v>2.92</c:v>
                  </c:pt>
                  <c:pt idx="13">
                    <c:v>3.14</c:v>
                  </c:pt>
                  <c:pt idx="14">
                    <c:v>3.37</c:v>
                  </c:pt>
                  <c:pt idx="15">
                    <c:v>3.59</c:v>
                  </c:pt>
                  <c:pt idx="16">
                    <c:v>3.82</c:v>
                  </c:pt>
                  <c:pt idx="17">
                    <c:v>4.05</c:v>
                  </c:pt>
                  <c:pt idx="18">
                    <c:v>4.27</c:v>
                  </c:pt>
                  <c:pt idx="19">
                    <c:v>4.5</c:v>
                  </c:pt>
                  <c:pt idx="20">
                    <c:v>4.73</c:v>
                  </c:pt>
                  <c:pt idx="21">
                    <c:v>4.95</c:v>
                  </c:pt>
                  <c:pt idx="22">
                    <c:v>5.18</c:v>
                  </c:pt>
                  <c:pt idx="23">
                    <c:v>5.4</c:v>
                  </c:pt>
                  <c:pt idx="24">
                    <c:v>5.63</c:v>
                  </c:pt>
                  <c:pt idx="25">
                    <c:v>5.86</c:v>
                  </c:pt>
                  <c:pt idx="26">
                    <c:v>6.08</c:v>
                  </c:pt>
                  <c:pt idx="27">
                    <c:v>6.31</c:v>
                  </c:pt>
                  <c:pt idx="28">
                    <c:v>6.54</c:v>
                  </c:pt>
                  <c:pt idx="29">
                    <c:v>6.76</c:v>
                  </c:pt>
                  <c:pt idx="30">
                    <c:v>6.99</c:v>
                  </c:pt>
                  <c:pt idx="31">
                    <c:v>7.21</c:v>
                  </c:pt>
                  <c:pt idx="32">
                    <c:v>7.44</c:v>
                  </c:pt>
                  <c:pt idx="33">
                    <c:v>7.67</c:v>
                  </c:pt>
                  <c:pt idx="34">
                    <c:v>7.89</c:v>
                  </c:pt>
                  <c:pt idx="35">
                    <c:v>8.12</c:v>
                  </c:pt>
                  <c:pt idx="36">
                    <c:v>8.35</c:v>
                  </c:pt>
                  <c:pt idx="37">
                    <c:v>8.57</c:v>
                  </c:pt>
                  <c:pt idx="38">
                    <c:v>8.8</c:v>
                  </c:pt>
                  <c:pt idx="39">
                    <c:v>9.02</c:v>
                  </c:pt>
                  <c:pt idx="40">
                    <c:v>9.25</c:v>
                  </c:pt>
                  <c:pt idx="41">
                    <c:v>9.48</c:v>
                  </c:pt>
                  <c:pt idx="42">
                    <c:v>9.7</c:v>
                  </c:pt>
                  <c:pt idx="43">
                    <c:v>9.93</c:v>
                  </c:pt>
                  <c:pt idx="44">
                    <c:v>10.16</c:v>
                  </c:pt>
                  <c:pt idx="45">
                    <c:v>10.38</c:v>
                  </c:pt>
                  <c:pt idx="46">
                    <c:v>10.61</c:v>
                  </c:pt>
                  <c:pt idx="47">
                    <c:v>10.83</c:v>
                  </c:pt>
                  <c:pt idx="48">
                    <c:v>11.06</c:v>
                  </c:pt>
                  <c:pt idx="49">
                    <c:v>11.29</c:v>
                  </c:pt>
                  <c:pt idx="50">
                    <c:v>11.51</c:v>
                  </c:pt>
                  <c:pt idx="51">
                    <c:v>11.74</c:v>
                  </c:pt>
                  <c:pt idx="52">
                    <c:v>11.97</c:v>
                  </c:pt>
                  <c:pt idx="53">
                    <c:v>12.19</c:v>
                  </c:pt>
                  <c:pt idx="54">
                    <c:v>12.42</c:v>
                  </c:pt>
                  <c:pt idx="55">
                    <c:v>12.64</c:v>
                  </c:pt>
                  <c:pt idx="56">
                    <c:v>12.87</c:v>
                  </c:pt>
                  <c:pt idx="57">
                    <c:v>13.1</c:v>
                  </c:pt>
                  <c:pt idx="58">
                    <c:v>13.32</c:v>
                  </c:pt>
                  <c:pt idx="59">
                    <c:v>13.55</c:v>
                  </c:pt>
                </c:lvl>
              </c:multiLvlStrCache>
            </c:multiLvl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20.7902</c:v>
                </c:pt>
                <c:pt idx="1">
                  <c:v>25.7885</c:v>
                </c:pt>
                <c:pt idx="2">
                  <c:v>27.4631</c:v>
                </c:pt>
                <c:pt idx="3">
                  <c:v>29.1955</c:v>
                </c:pt>
                <c:pt idx="4">
                  <c:v>38.9495</c:v>
                </c:pt>
                <c:pt idx="5">
                  <c:v>45.1859</c:v>
                </c:pt>
                <c:pt idx="6">
                  <c:v>51.4511</c:v>
                </c:pt>
                <c:pt idx="7">
                  <c:v>38.5619</c:v>
                </c:pt>
                <c:pt idx="8">
                  <c:v>31.1017</c:v>
                </c:pt>
                <c:pt idx="9">
                  <c:v>48.2714</c:v>
                </c:pt>
                <c:pt idx="10">
                  <c:v>64.5605</c:v>
                </c:pt>
                <c:pt idx="11">
                  <c:v>38.3136</c:v>
                </c:pt>
                <c:pt idx="12">
                  <c:v>18.8667</c:v>
                </c:pt>
                <c:pt idx="13">
                  <c:v>15.5433</c:v>
                </c:pt>
                <c:pt idx="14">
                  <c:v>27.2565</c:v>
                </c:pt>
                <c:pt idx="15">
                  <c:v>44.557</c:v>
                </c:pt>
                <c:pt idx="16">
                  <c:v>54.5217</c:v>
                </c:pt>
                <c:pt idx="17">
                  <c:v>56.8169</c:v>
                </c:pt>
                <c:pt idx="18">
                  <c:v>64.3792</c:v>
                </c:pt>
                <c:pt idx="19">
                  <c:v>71.0555</c:v>
                </c:pt>
                <c:pt idx="20">
                  <c:v>74.5624</c:v>
                </c:pt>
                <c:pt idx="21">
                  <c:v>68.4965</c:v>
                </c:pt>
                <c:pt idx="22">
                  <c:v>71.6252</c:v>
                </c:pt>
                <c:pt idx="23">
                  <c:v>78.6691</c:v>
                </c:pt>
                <c:pt idx="24">
                  <c:v>79.3967</c:v>
                </c:pt>
                <c:pt idx="25">
                  <c:v>79.2921</c:v>
                </c:pt>
                <c:pt idx="26">
                  <c:v>82.8191</c:v>
                </c:pt>
                <c:pt idx="27">
                  <c:v>83.5479</c:v>
                </c:pt>
                <c:pt idx="28">
                  <c:v>85.3016</c:v>
                </c:pt>
                <c:pt idx="29">
                  <c:v>88.0728</c:v>
                </c:pt>
                <c:pt idx="30">
                  <c:v>86.295</c:v>
                </c:pt>
                <c:pt idx="31">
                  <c:v>85.5147</c:v>
                </c:pt>
                <c:pt idx="32">
                  <c:v>84.9069</c:v>
                </c:pt>
                <c:pt idx="33">
                  <c:v>87.6123</c:v>
                </c:pt>
                <c:pt idx="34">
                  <c:v>87.4773</c:v>
                </c:pt>
                <c:pt idx="35">
                  <c:v>87.5915</c:v>
                </c:pt>
                <c:pt idx="36">
                  <c:v>89.1862</c:v>
                </c:pt>
                <c:pt idx="37">
                  <c:v>92.9535</c:v>
                </c:pt>
                <c:pt idx="38">
                  <c:v>94.6674</c:v>
                </c:pt>
                <c:pt idx="39">
                  <c:v>96.2624</c:v>
                </c:pt>
                <c:pt idx="40">
                  <c:v>95.8915</c:v>
                </c:pt>
                <c:pt idx="41">
                  <c:v>95.5805</c:v>
                </c:pt>
                <c:pt idx="42">
                  <c:v>95.4215</c:v>
                </c:pt>
                <c:pt idx="43">
                  <c:v>96.3939</c:v>
                </c:pt>
                <c:pt idx="44">
                  <c:v>94.935</c:v>
                </c:pt>
                <c:pt idx="45">
                  <c:v>95.5645</c:v>
                </c:pt>
                <c:pt idx="46">
                  <c:v>96.0551</c:v>
                </c:pt>
                <c:pt idx="47">
                  <c:v>95.9166</c:v>
                </c:pt>
                <c:pt idx="48">
                  <c:v>97.2946</c:v>
                </c:pt>
                <c:pt idx="49">
                  <c:v>97.0388</c:v>
                </c:pt>
                <c:pt idx="50">
                  <c:v>97.1554</c:v>
                </c:pt>
                <c:pt idx="51">
                  <c:v>96.18</c:v>
                </c:pt>
                <c:pt idx="52">
                  <c:v>97.1068</c:v>
                </c:pt>
                <c:pt idx="53">
                  <c:v>97.6232</c:v>
                </c:pt>
                <c:pt idx="54">
                  <c:v>96.546</c:v>
                </c:pt>
                <c:pt idx="55">
                  <c:v>97.0585</c:v>
                </c:pt>
                <c:pt idx="56">
                  <c:v>97.9096</c:v>
                </c:pt>
                <c:pt idx="57">
                  <c:v>98.0982</c:v>
                </c:pt>
                <c:pt idx="58">
                  <c:v>98.2642</c:v>
                </c:pt>
                <c:pt idx="59">
                  <c:v>97.7525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0.2</c:v>
                  </c:pt>
                  <c:pt idx="1">
                    <c:v>0.43</c:v>
                  </c:pt>
                  <c:pt idx="2">
                    <c:v>0.65</c:v>
                  </c:pt>
                  <c:pt idx="3">
                    <c:v>0.88</c:v>
                  </c:pt>
                  <c:pt idx="4">
                    <c:v>1.11</c:v>
                  </c:pt>
                  <c:pt idx="5">
                    <c:v>1.33</c:v>
                  </c:pt>
                  <c:pt idx="6">
                    <c:v>1.56</c:v>
                  </c:pt>
                  <c:pt idx="7">
                    <c:v>1.78</c:v>
                  </c:pt>
                  <c:pt idx="8">
                    <c:v>2.01</c:v>
                  </c:pt>
                  <c:pt idx="9">
                    <c:v>2.24</c:v>
                  </c:pt>
                  <c:pt idx="10">
                    <c:v>2.46</c:v>
                  </c:pt>
                  <c:pt idx="11">
                    <c:v>2.69</c:v>
                  </c:pt>
                  <c:pt idx="12">
                    <c:v>2.92</c:v>
                  </c:pt>
                  <c:pt idx="13">
                    <c:v>3.14</c:v>
                  </c:pt>
                  <c:pt idx="14">
                    <c:v>3.37</c:v>
                  </c:pt>
                  <c:pt idx="15">
                    <c:v>3.59</c:v>
                  </c:pt>
                  <c:pt idx="16">
                    <c:v>3.82</c:v>
                  </c:pt>
                  <c:pt idx="17">
                    <c:v>4.05</c:v>
                  </c:pt>
                  <c:pt idx="18">
                    <c:v>4.27</c:v>
                  </c:pt>
                  <c:pt idx="19">
                    <c:v>4.5</c:v>
                  </c:pt>
                  <c:pt idx="20">
                    <c:v>4.73</c:v>
                  </c:pt>
                  <c:pt idx="21">
                    <c:v>4.95</c:v>
                  </c:pt>
                  <c:pt idx="22">
                    <c:v>5.18</c:v>
                  </c:pt>
                  <c:pt idx="23">
                    <c:v>5.4</c:v>
                  </c:pt>
                  <c:pt idx="24">
                    <c:v>5.63</c:v>
                  </c:pt>
                  <c:pt idx="25">
                    <c:v>5.86</c:v>
                  </c:pt>
                  <c:pt idx="26">
                    <c:v>6.08</c:v>
                  </c:pt>
                  <c:pt idx="27">
                    <c:v>6.31</c:v>
                  </c:pt>
                  <c:pt idx="28">
                    <c:v>6.54</c:v>
                  </c:pt>
                  <c:pt idx="29">
                    <c:v>6.76</c:v>
                  </c:pt>
                  <c:pt idx="30">
                    <c:v>6.99</c:v>
                  </c:pt>
                  <c:pt idx="31">
                    <c:v>7.21</c:v>
                  </c:pt>
                  <c:pt idx="32">
                    <c:v>7.44</c:v>
                  </c:pt>
                  <c:pt idx="33">
                    <c:v>7.67</c:v>
                  </c:pt>
                  <c:pt idx="34">
                    <c:v>7.89</c:v>
                  </c:pt>
                  <c:pt idx="35">
                    <c:v>8.12</c:v>
                  </c:pt>
                  <c:pt idx="36">
                    <c:v>8.35</c:v>
                  </c:pt>
                  <c:pt idx="37">
                    <c:v>8.57</c:v>
                  </c:pt>
                  <c:pt idx="38">
                    <c:v>8.8</c:v>
                  </c:pt>
                  <c:pt idx="39">
                    <c:v>9.02</c:v>
                  </c:pt>
                  <c:pt idx="40">
                    <c:v>9.25</c:v>
                  </c:pt>
                  <c:pt idx="41">
                    <c:v>9.48</c:v>
                  </c:pt>
                  <c:pt idx="42">
                    <c:v>9.7</c:v>
                  </c:pt>
                  <c:pt idx="43">
                    <c:v>9.93</c:v>
                  </c:pt>
                  <c:pt idx="44">
                    <c:v>10.16</c:v>
                  </c:pt>
                  <c:pt idx="45">
                    <c:v>10.38</c:v>
                  </c:pt>
                  <c:pt idx="46">
                    <c:v>10.61</c:v>
                  </c:pt>
                  <c:pt idx="47">
                    <c:v>10.83</c:v>
                  </c:pt>
                  <c:pt idx="48">
                    <c:v>11.06</c:v>
                  </c:pt>
                  <c:pt idx="49">
                    <c:v>11.29</c:v>
                  </c:pt>
                  <c:pt idx="50">
                    <c:v>11.51</c:v>
                  </c:pt>
                  <c:pt idx="51">
                    <c:v>11.74</c:v>
                  </c:pt>
                  <c:pt idx="52">
                    <c:v>11.97</c:v>
                  </c:pt>
                  <c:pt idx="53">
                    <c:v>12.19</c:v>
                  </c:pt>
                  <c:pt idx="54">
                    <c:v>12.42</c:v>
                  </c:pt>
                  <c:pt idx="55">
                    <c:v>12.64</c:v>
                  </c:pt>
                  <c:pt idx="56">
                    <c:v>12.87</c:v>
                  </c:pt>
                  <c:pt idx="57">
                    <c:v>13.1</c:v>
                  </c:pt>
                  <c:pt idx="58">
                    <c:v>13.32</c:v>
                  </c:pt>
                  <c:pt idx="59">
                    <c:v>13.55</c:v>
                  </c:pt>
                </c:lvl>
              </c:multiLvlStrCache>
            </c:multiLvl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22.6684</c:v>
                </c:pt>
                <c:pt idx="1">
                  <c:v>25.6877</c:v>
                </c:pt>
                <c:pt idx="2">
                  <c:v>26.8276</c:v>
                </c:pt>
                <c:pt idx="3">
                  <c:v>40.8192</c:v>
                </c:pt>
                <c:pt idx="4">
                  <c:v>46.6947</c:v>
                </c:pt>
                <c:pt idx="5">
                  <c:v>48.2911</c:v>
                </c:pt>
                <c:pt idx="6">
                  <c:v>44.0423</c:v>
                </c:pt>
                <c:pt idx="7">
                  <c:v>32.6138</c:v>
                </c:pt>
                <c:pt idx="8">
                  <c:v>42.2023</c:v>
                </c:pt>
                <c:pt idx="9">
                  <c:v>38.4617</c:v>
                </c:pt>
                <c:pt idx="10">
                  <c:v>33.7429</c:v>
                </c:pt>
                <c:pt idx="11">
                  <c:v>31.3034</c:v>
                </c:pt>
                <c:pt idx="12">
                  <c:v>43.8681</c:v>
                </c:pt>
                <c:pt idx="13">
                  <c:v>49.7079</c:v>
                </c:pt>
                <c:pt idx="14">
                  <c:v>59.7568</c:v>
                </c:pt>
                <c:pt idx="15">
                  <c:v>63.7626</c:v>
                </c:pt>
                <c:pt idx="16">
                  <c:v>70.4921</c:v>
                </c:pt>
                <c:pt idx="17">
                  <c:v>74.8606</c:v>
                </c:pt>
                <c:pt idx="18">
                  <c:v>80.489</c:v>
                </c:pt>
                <c:pt idx="19">
                  <c:v>83.948</c:v>
                </c:pt>
                <c:pt idx="20">
                  <c:v>86.153</c:v>
                </c:pt>
                <c:pt idx="21">
                  <c:v>87.7878</c:v>
                </c:pt>
                <c:pt idx="22">
                  <c:v>88.6227</c:v>
                </c:pt>
                <c:pt idx="23">
                  <c:v>88.5719</c:v>
                </c:pt>
                <c:pt idx="24">
                  <c:v>92.5518</c:v>
                </c:pt>
                <c:pt idx="25">
                  <c:v>93.2505</c:v>
                </c:pt>
                <c:pt idx="26">
                  <c:v>94.5238</c:v>
                </c:pt>
                <c:pt idx="27">
                  <c:v>94.7271</c:v>
                </c:pt>
                <c:pt idx="28">
                  <c:v>94.9555</c:v>
                </c:pt>
                <c:pt idx="29">
                  <c:v>94.5733</c:v>
                </c:pt>
                <c:pt idx="30">
                  <c:v>93.1368</c:v>
                </c:pt>
                <c:pt idx="31">
                  <c:v>94.2062</c:v>
                </c:pt>
                <c:pt idx="32">
                  <c:v>94.2363</c:v>
                </c:pt>
                <c:pt idx="33">
                  <c:v>94.4923</c:v>
                </c:pt>
                <c:pt idx="34">
                  <c:v>94.3489</c:v>
                </c:pt>
                <c:pt idx="35">
                  <c:v>95.892</c:v>
                </c:pt>
                <c:pt idx="36">
                  <c:v>96.2888</c:v>
                </c:pt>
                <c:pt idx="37">
                  <c:v>96.8633</c:v>
                </c:pt>
                <c:pt idx="38">
                  <c:v>96.43</c:v>
                </c:pt>
                <c:pt idx="39">
                  <c:v>97.3915</c:v>
                </c:pt>
                <c:pt idx="40">
                  <c:v>97.0338</c:v>
                </c:pt>
                <c:pt idx="41">
                  <c:v>95.5968</c:v>
                </c:pt>
                <c:pt idx="42">
                  <c:v>97.2178</c:v>
                </c:pt>
                <c:pt idx="43">
                  <c:v>98.062</c:v>
                </c:pt>
                <c:pt idx="44">
                  <c:v>98.222</c:v>
                </c:pt>
                <c:pt idx="45">
                  <c:v>98.9747</c:v>
                </c:pt>
                <c:pt idx="46">
                  <c:v>97.8923</c:v>
                </c:pt>
                <c:pt idx="47">
                  <c:v>97.95</c:v>
                </c:pt>
                <c:pt idx="48">
                  <c:v>98.5561</c:v>
                </c:pt>
                <c:pt idx="49">
                  <c:v>97.0176</c:v>
                </c:pt>
                <c:pt idx="50">
                  <c:v>98.1521</c:v>
                </c:pt>
                <c:pt idx="51">
                  <c:v>98.3783</c:v>
                </c:pt>
                <c:pt idx="52">
                  <c:v>99.0774</c:v>
                </c:pt>
                <c:pt idx="53">
                  <c:v>98.491</c:v>
                </c:pt>
                <c:pt idx="54">
                  <c:v>98.9286</c:v>
                </c:pt>
                <c:pt idx="55">
                  <c:v>99.2531</c:v>
                </c:pt>
                <c:pt idx="56">
                  <c:v>98.853</c:v>
                </c:pt>
                <c:pt idx="57">
                  <c:v>99.0537</c:v>
                </c:pt>
                <c:pt idx="58">
                  <c:v>99.3553</c:v>
                </c:pt>
                <c:pt idx="59">
                  <c:v>99.5429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F7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6F76"/>
                    </a:solidFill>
                    <a:latin typeface="Arial"/>
                  </a:rPr>
                  <a:t>training steps (millions)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F7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6F76"/>
                    </a:solidFill>
                    <a:latin typeface="Arial"/>
                  </a:rPr>
                  <a:t>success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4"/>
                </a:solidFill>
                <a:latin typeface="+mn-lt"/>
              </a:rPr>
              <a:t>Episode length (steps)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comm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0.2</c:v>
                  </c:pt>
                  <c:pt idx="1">
                    <c:v>0.43</c:v>
                  </c:pt>
                  <c:pt idx="2">
                    <c:v>0.65</c:v>
                  </c:pt>
                  <c:pt idx="3">
                    <c:v>0.88</c:v>
                  </c:pt>
                  <c:pt idx="4">
                    <c:v>1.11</c:v>
                  </c:pt>
                  <c:pt idx="5">
                    <c:v>1.33</c:v>
                  </c:pt>
                  <c:pt idx="6">
                    <c:v>1.56</c:v>
                  </c:pt>
                  <c:pt idx="7">
                    <c:v>1.78</c:v>
                  </c:pt>
                  <c:pt idx="8">
                    <c:v>2.01</c:v>
                  </c:pt>
                  <c:pt idx="9">
                    <c:v>2.24</c:v>
                  </c:pt>
                  <c:pt idx="10">
                    <c:v>2.46</c:v>
                  </c:pt>
                  <c:pt idx="11">
                    <c:v>2.69</c:v>
                  </c:pt>
                  <c:pt idx="12">
                    <c:v>2.92</c:v>
                  </c:pt>
                  <c:pt idx="13">
                    <c:v>3.14</c:v>
                  </c:pt>
                  <c:pt idx="14">
                    <c:v>3.37</c:v>
                  </c:pt>
                  <c:pt idx="15">
                    <c:v>3.59</c:v>
                  </c:pt>
                  <c:pt idx="16">
                    <c:v>3.82</c:v>
                  </c:pt>
                  <c:pt idx="17">
                    <c:v>4.05</c:v>
                  </c:pt>
                  <c:pt idx="18">
                    <c:v>4.27</c:v>
                  </c:pt>
                  <c:pt idx="19">
                    <c:v>4.5</c:v>
                  </c:pt>
                  <c:pt idx="20">
                    <c:v>4.73</c:v>
                  </c:pt>
                  <c:pt idx="21">
                    <c:v>4.95</c:v>
                  </c:pt>
                  <c:pt idx="22">
                    <c:v>5.18</c:v>
                  </c:pt>
                  <c:pt idx="23">
                    <c:v>5.4</c:v>
                  </c:pt>
                  <c:pt idx="24">
                    <c:v>5.63</c:v>
                  </c:pt>
                  <c:pt idx="25">
                    <c:v>5.86</c:v>
                  </c:pt>
                  <c:pt idx="26">
                    <c:v>6.08</c:v>
                  </c:pt>
                  <c:pt idx="27">
                    <c:v>6.31</c:v>
                  </c:pt>
                  <c:pt idx="28">
                    <c:v>6.54</c:v>
                  </c:pt>
                  <c:pt idx="29">
                    <c:v>6.76</c:v>
                  </c:pt>
                  <c:pt idx="30">
                    <c:v>6.99</c:v>
                  </c:pt>
                  <c:pt idx="31">
                    <c:v>7.21</c:v>
                  </c:pt>
                  <c:pt idx="32">
                    <c:v>7.44</c:v>
                  </c:pt>
                  <c:pt idx="33">
                    <c:v>7.67</c:v>
                  </c:pt>
                  <c:pt idx="34">
                    <c:v>7.89</c:v>
                  </c:pt>
                  <c:pt idx="35">
                    <c:v>8.12</c:v>
                  </c:pt>
                  <c:pt idx="36">
                    <c:v>8.35</c:v>
                  </c:pt>
                  <c:pt idx="37">
                    <c:v>8.57</c:v>
                  </c:pt>
                  <c:pt idx="38">
                    <c:v>8.8</c:v>
                  </c:pt>
                  <c:pt idx="39">
                    <c:v>9.02</c:v>
                  </c:pt>
                  <c:pt idx="40">
                    <c:v>9.25</c:v>
                  </c:pt>
                  <c:pt idx="41">
                    <c:v>9.48</c:v>
                  </c:pt>
                  <c:pt idx="42">
                    <c:v>9.7</c:v>
                  </c:pt>
                  <c:pt idx="43">
                    <c:v>9.93</c:v>
                  </c:pt>
                  <c:pt idx="44">
                    <c:v>10.16</c:v>
                  </c:pt>
                  <c:pt idx="45">
                    <c:v>10.38</c:v>
                  </c:pt>
                  <c:pt idx="46">
                    <c:v>10.61</c:v>
                  </c:pt>
                  <c:pt idx="47">
                    <c:v>10.83</c:v>
                  </c:pt>
                  <c:pt idx="48">
                    <c:v>11.06</c:v>
                  </c:pt>
                  <c:pt idx="49">
                    <c:v>11.29</c:v>
                  </c:pt>
                  <c:pt idx="50">
                    <c:v>11.51</c:v>
                  </c:pt>
                  <c:pt idx="51">
                    <c:v>11.74</c:v>
                  </c:pt>
                  <c:pt idx="52">
                    <c:v>11.97</c:v>
                  </c:pt>
                  <c:pt idx="53">
                    <c:v>12.19</c:v>
                  </c:pt>
                  <c:pt idx="54">
                    <c:v>12.42</c:v>
                  </c:pt>
                  <c:pt idx="55">
                    <c:v>12.64</c:v>
                  </c:pt>
                  <c:pt idx="56">
                    <c:v>12.87</c:v>
                  </c:pt>
                  <c:pt idx="57">
                    <c:v>13.1</c:v>
                  </c:pt>
                  <c:pt idx="58">
                    <c:v>13.32</c:v>
                  </c:pt>
                  <c:pt idx="59">
                    <c:v>13.55</c:v>
                  </c:pt>
                </c:lvl>
              </c:multiLvlStrCache>
            </c:multiLvl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51.3838</c:v>
                </c:pt>
                <c:pt idx="1">
                  <c:v>49.5796</c:v>
                </c:pt>
                <c:pt idx="2">
                  <c:v>49.2402</c:v>
                </c:pt>
                <c:pt idx="3">
                  <c:v>48.6899</c:v>
                </c:pt>
                <c:pt idx="4">
                  <c:v>44.7162</c:v>
                </c:pt>
                <c:pt idx="5">
                  <c:v>51.4172</c:v>
                </c:pt>
                <c:pt idx="6">
                  <c:v>72.7946</c:v>
                </c:pt>
                <c:pt idx="7">
                  <c:v>138.9558</c:v>
                </c:pt>
                <c:pt idx="8">
                  <c:v>190.213</c:v>
                </c:pt>
                <c:pt idx="9">
                  <c:v>199.6509</c:v>
                </c:pt>
                <c:pt idx="10">
                  <c:v>193.2688</c:v>
                </c:pt>
                <c:pt idx="11">
                  <c:v>281.088</c:v>
                </c:pt>
                <c:pt idx="12">
                  <c:v>341.4444</c:v>
                </c:pt>
                <c:pt idx="13">
                  <c:v>367.0102</c:v>
                </c:pt>
                <c:pt idx="14">
                  <c:v>371.5379</c:v>
                </c:pt>
                <c:pt idx="15">
                  <c:v>363.7065</c:v>
                </c:pt>
                <c:pt idx="16">
                  <c:v>355.7322</c:v>
                </c:pt>
                <c:pt idx="17">
                  <c:v>353.7089</c:v>
                </c:pt>
                <c:pt idx="18">
                  <c:v>343.3229</c:v>
                </c:pt>
                <c:pt idx="19">
                  <c:v>336.4692</c:v>
                </c:pt>
                <c:pt idx="20">
                  <c:v>330.8003</c:v>
                </c:pt>
                <c:pt idx="21">
                  <c:v>339.737</c:v>
                </c:pt>
                <c:pt idx="22">
                  <c:v>332.8139</c:v>
                </c:pt>
                <c:pt idx="23">
                  <c:v>325.0826</c:v>
                </c:pt>
                <c:pt idx="24">
                  <c:v>317.9291</c:v>
                </c:pt>
                <c:pt idx="25">
                  <c:v>319.617</c:v>
                </c:pt>
                <c:pt idx="26">
                  <c:v>315.1797</c:v>
                </c:pt>
                <c:pt idx="27">
                  <c:v>311.8621</c:v>
                </c:pt>
                <c:pt idx="28">
                  <c:v>304.1128</c:v>
                </c:pt>
                <c:pt idx="29">
                  <c:v>295.4072</c:v>
                </c:pt>
                <c:pt idx="30">
                  <c:v>292.6167</c:v>
                </c:pt>
                <c:pt idx="31">
                  <c:v>298.2594</c:v>
                </c:pt>
                <c:pt idx="32">
                  <c:v>295.4409</c:v>
                </c:pt>
                <c:pt idx="33">
                  <c:v>285.7995</c:v>
                </c:pt>
                <c:pt idx="34">
                  <c:v>285.6058</c:v>
                </c:pt>
                <c:pt idx="35">
                  <c:v>280.7151</c:v>
                </c:pt>
                <c:pt idx="36">
                  <c:v>267.2517</c:v>
                </c:pt>
                <c:pt idx="37">
                  <c:v>255.1446</c:v>
                </c:pt>
                <c:pt idx="38">
                  <c:v>244.7728</c:v>
                </c:pt>
                <c:pt idx="39">
                  <c:v>231.597</c:v>
                </c:pt>
                <c:pt idx="40">
                  <c:v>227.956</c:v>
                </c:pt>
                <c:pt idx="41">
                  <c:v>228.8954</c:v>
                </c:pt>
                <c:pt idx="42">
                  <c:v>228.6891</c:v>
                </c:pt>
                <c:pt idx="43">
                  <c:v>229.8726</c:v>
                </c:pt>
                <c:pt idx="44">
                  <c:v>235.0617</c:v>
                </c:pt>
                <c:pt idx="45">
                  <c:v>238.7604</c:v>
                </c:pt>
                <c:pt idx="46">
                  <c:v>231.637</c:v>
                </c:pt>
                <c:pt idx="47">
                  <c:v>231.3835</c:v>
                </c:pt>
                <c:pt idx="48">
                  <c:v>223.3243</c:v>
                </c:pt>
                <c:pt idx="49">
                  <c:v>223.6023</c:v>
                </c:pt>
                <c:pt idx="50">
                  <c:v>219.8845</c:v>
                </c:pt>
                <c:pt idx="51">
                  <c:v>222.911</c:v>
                </c:pt>
                <c:pt idx="52">
                  <c:v>225.1632</c:v>
                </c:pt>
                <c:pt idx="53">
                  <c:v>220.7961</c:v>
                </c:pt>
                <c:pt idx="54">
                  <c:v>220.0313</c:v>
                </c:pt>
                <c:pt idx="55">
                  <c:v>214.2172</c:v>
                </c:pt>
                <c:pt idx="56">
                  <c:v>207.8688</c:v>
                </c:pt>
                <c:pt idx="57">
                  <c:v>207.4591</c:v>
                </c:pt>
                <c:pt idx="58">
                  <c:v>204.7926</c:v>
                </c:pt>
                <c:pt idx="59">
                  <c:v>205.5093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0.2</c:v>
                  </c:pt>
                  <c:pt idx="1">
                    <c:v>0.43</c:v>
                  </c:pt>
                  <c:pt idx="2">
                    <c:v>0.65</c:v>
                  </c:pt>
                  <c:pt idx="3">
                    <c:v>0.88</c:v>
                  </c:pt>
                  <c:pt idx="4">
                    <c:v>1.11</c:v>
                  </c:pt>
                  <c:pt idx="5">
                    <c:v>1.33</c:v>
                  </c:pt>
                  <c:pt idx="6">
                    <c:v>1.56</c:v>
                  </c:pt>
                  <c:pt idx="7">
                    <c:v>1.78</c:v>
                  </c:pt>
                  <c:pt idx="8">
                    <c:v>2.01</c:v>
                  </c:pt>
                  <c:pt idx="9">
                    <c:v>2.24</c:v>
                  </c:pt>
                  <c:pt idx="10">
                    <c:v>2.46</c:v>
                  </c:pt>
                  <c:pt idx="11">
                    <c:v>2.69</c:v>
                  </c:pt>
                  <c:pt idx="12">
                    <c:v>2.92</c:v>
                  </c:pt>
                  <c:pt idx="13">
                    <c:v>3.14</c:v>
                  </c:pt>
                  <c:pt idx="14">
                    <c:v>3.37</c:v>
                  </c:pt>
                  <c:pt idx="15">
                    <c:v>3.59</c:v>
                  </c:pt>
                  <c:pt idx="16">
                    <c:v>3.82</c:v>
                  </c:pt>
                  <c:pt idx="17">
                    <c:v>4.05</c:v>
                  </c:pt>
                  <c:pt idx="18">
                    <c:v>4.27</c:v>
                  </c:pt>
                  <c:pt idx="19">
                    <c:v>4.5</c:v>
                  </c:pt>
                  <c:pt idx="20">
                    <c:v>4.73</c:v>
                  </c:pt>
                  <c:pt idx="21">
                    <c:v>4.95</c:v>
                  </c:pt>
                  <c:pt idx="22">
                    <c:v>5.18</c:v>
                  </c:pt>
                  <c:pt idx="23">
                    <c:v>5.4</c:v>
                  </c:pt>
                  <c:pt idx="24">
                    <c:v>5.63</c:v>
                  </c:pt>
                  <c:pt idx="25">
                    <c:v>5.86</c:v>
                  </c:pt>
                  <c:pt idx="26">
                    <c:v>6.08</c:v>
                  </c:pt>
                  <c:pt idx="27">
                    <c:v>6.31</c:v>
                  </c:pt>
                  <c:pt idx="28">
                    <c:v>6.54</c:v>
                  </c:pt>
                  <c:pt idx="29">
                    <c:v>6.76</c:v>
                  </c:pt>
                  <c:pt idx="30">
                    <c:v>6.99</c:v>
                  </c:pt>
                  <c:pt idx="31">
                    <c:v>7.21</c:v>
                  </c:pt>
                  <c:pt idx="32">
                    <c:v>7.44</c:v>
                  </c:pt>
                  <c:pt idx="33">
                    <c:v>7.67</c:v>
                  </c:pt>
                  <c:pt idx="34">
                    <c:v>7.89</c:v>
                  </c:pt>
                  <c:pt idx="35">
                    <c:v>8.12</c:v>
                  </c:pt>
                  <c:pt idx="36">
                    <c:v>8.35</c:v>
                  </c:pt>
                  <c:pt idx="37">
                    <c:v>8.57</c:v>
                  </c:pt>
                  <c:pt idx="38">
                    <c:v>8.8</c:v>
                  </c:pt>
                  <c:pt idx="39">
                    <c:v>9.02</c:v>
                  </c:pt>
                  <c:pt idx="40">
                    <c:v>9.25</c:v>
                  </c:pt>
                  <c:pt idx="41">
                    <c:v>9.48</c:v>
                  </c:pt>
                  <c:pt idx="42">
                    <c:v>9.7</c:v>
                  </c:pt>
                  <c:pt idx="43">
                    <c:v>9.93</c:v>
                  </c:pt>
                  <c:pt idx="44">
                    <c:v>10.16</c:v>
                  </c:pt>
                  <c:pt idx="45">
                    <c:v>10.38</c:v>
                  </c:pt>
                  <c:pt idx="46">
                    <c:v>10.61</c:v>
                  </c:pt>
                  <c:pt idx="47">
                    <c:v>10.83</c:v>
                  </c:pt>
                  <c:pt idx="48">
                    <c:v>11.06</c:v>
                  </c:pt>
                  <c:pt idx="49">
                    <c:v>11.29</c:v>
                  </c:pt>
                  <c:pt idx="50">
                    <c:v>11.51</c:v>
                  </c:pt>
                  <c:pt idx="51">
                    <c:v>11.74</c:v>
                  </c:pt>
                  <c:pt idx="52">
                    <c:v>11.97</c:v>
                  </c:pt>
                  <c:pt idx="53">
                    <c:v>12.19</c:v>
                  </c:pt>
                  <c:pt idx="54">
                    <c:v>12.42</c:v>
                  </c:pt>
                  <c:pt idx="55">
                    <c:v>12.64</c:v>
                  </c:pt>
                  <c:pt idx="56">
                    <c:v>12.87</c:v>
                  </c:pt>
                  <c:pt idx="57">
                    <c:v>13.1</c:v>
                  </c:pt>
                  <c:pt idx="58">
                    <c:v>13.32</c:v>
                  </c:pt>
                  <c:pt idx="59">
                    <c:v>13.55</c:v>
                  </c:pt>
                </c:lvl>
              </c:multiLvlStrCache>
            </c:multiLvl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50.3352</c:v>
                </c:pt>
                <c:pt idx="1">
                  <c:v>49.4809</c:v>
                </c:pt>
                <c:pt idx="2">
                  <c:v>49.2503</c:v>
                </c:pt>
                <c:pt idx="3">
                  <c:v>43.8051</c:v>
                </c:pt>
                <c:pt idx="4">
                  <c:v>52.5785</c:v>
                </c:pt>
                <c:pt idx="5">
                  <c:v>86.6756</c:v>
                </c:pt>
                <c:pt idx="6">
                  <c:v>132.5788</c:v>
                </c:pt>
                <c:pt idx="7">
                  <c:v>187.2813</c:v>
                </c:pt>
                <c:pt idx="8">
                  <c:v>202.3393</c:v>
                </c:pt>
                <c:pt idx="9">
                  <c:v>259.8599</c:v>
                </c:pt>
                <c:pt idx="10">
                  <c:v>321.829</c:v>
                </c:pt>
                <c:pt idx="11">
                  <c:v>349.6676</c:v>
                </c:pt>
                <c:pt idx="12">
                  <c:v>352.8815</c:v>
                </c:pt>
                <c:pt idx="13">
                  <c:v>356.6195</c:v>
                </c:pt>
                <c:pt idx="14">
                  <c:v>348.0748</c:v>
                </c:pt>
                <c:pt idx="15">
                  <c:v>347.3275</c:v>
                </c:pt>
                <c:pt idx="16">
                  <c:v>339.4828</c:v>
                </c:pt>
                <c:pt idx="17">
                  <c:v>333.6475</c:v>
                </c:pt>
                <c:pt idx="18">
                  <c:v>322.271</c:v>
                </c:pt>
                <c:pt idx="19">
                  <c:v>314.4857</c:v>
                </c:pt>
                <c:pt idx="20">
                  <c:v>311.3895</c:v>
                </c:pt>
                <c:pt idx="21">
                  <c:v>308.4259</c:v>
                </c:pt>
                <c:pt idx="22">
                  <c:v>301.6869</c:v>
                </c:pt>
                <c:pt idx="23">
                  <c:v>293.4007</c:v>
                </c:pt>
                <c:pt idx="24">
                  <c:v>284.6166</c:v>
                </c:pt>
                <c:pt idx="25">
                  <c:v>278.1713</c:v>
                </c:pt>
                <c:pt idx="26">
                  <c:v>270.7296</c:v>
                </c:pt>
                <c:pt idx="27">
                  <c:v>266.5776</c:v>
                </c:pt>
                <c:pt idx="28">
                  <c:v>263.8297</c:v>
                </c:pt>
                <c:pt idx="29">
                  <c:v>256.4011</c:v>
                </c:pt>
                <c:pt idx="30">
                  <c:v>257.911</c:v>
                </c:pt>
                <c:pt idx="31">
                  <c:v>252.7182</c:v>
                </c:pt>
                <c:pt idx="32">
                  <c:v>248.538</c:v>
                </c:pt>
                <c:pt idx="33">
                  <c:v>247.1139</c:v>
                </c:pt>
                <c:pt idx="34">
                  <c:v>241.7001</c:v>
                </c:pt>
                <c:pt idx="35">
                  <c:v>236.0226</c:v>
                </c:pt>
                <c:pt idx="36">
                  <c:v>237.1791</c:v>
                </c:pt>
                <c:pt idx="37">
                  <c:v>234.5213</c:v>
                </c:pt>
                <c:pt idx="38">
                  <c:v>236.2688</c:v>
                </c:pt>
                <c:pt idx="39">
                  <c:v>232.7034</c:v>
                </c:pt>
                <c:pt idx="40">
                  <c:v>235.1112</c:v>
                </c:pt>
                <c:pt idx="41">
                  <c:v>240.2689</c:v>
                </c:pt>
                <c:pt idx="42">
                  <c:v>237.0614</c:v>
                </c:pt>
                <c:pt idx="43">
                  <c:v>229.3063</c:v>
                </c:pt>
                <c:pt idx="44">
                  <c:v>222.7838</c:v>
                </c:pt>
                <c:pt idx="45">
                  <c:v>218.8186</c:v>
                </c:pt>
                <c:pt idx="46">
                  <c:v>217.3617</c:v>
                </c:pt>
                <c:pt idx="47">
                  <c:v>212.9564</c:v>
                </c:pt>
                <c:pt idx="48">
                  <c:v>211.8906</c:v>
                </c:pt>
                <c:pt idx="49">
                  <c:v>213.8066</c:v>
                </c:pt>
                <c:pt idx="50">
                  <c:v>209.2839</c:v>
                </c:pt>
                <c:pt idx="51">
                  <c:v>209.0984</c:v>
                </c:pt>
                <c:pt idx="52">
                  <c:v>203.5016</c:v>
                </c:pt>
                <c:pt idx="53">
                  <c:v>203.0204</c:v>
                </c:pt>
                <c:pt idx="54">
                  <c:v>201.7706</c:v>
                </c:pt>
                <c:pt idx="55">
                  <c:v>200.6649</c:v>
                </c:pt>
                <c:pt idx="56">
                  <c:v>201.3841</c:v>
                </c:pt>
                <c:pt idx="57">
                  <c:v>198.2319</c:v>
                </c:pt>
                <c:pt idx="58">
                  <c:v>197.0554</c:v>
                </c:pt>
                <c:pt idx="59">
                  <c:v>192.4174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F7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6F76"/>
                    </a:solidFill>
                    <a:latin typeface="Arial"/>
                  </a:rPr>
                  <a:t>training steps (millions)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F7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6F76"/>
                    </a:solidFill>
                    <a:latin typeface="Arial"/>
                  </a:rPr>
                  <a:t>steps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4"/>
                </a:solidFill>
                <a:latin typeface="+mn-lt"/>
              </a:rPr>
              <a:t>Value (critic) loss, log scale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comm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0.2</c:v>
                  </c:pt>
                  <c:pt idx="1">
                    <c:v>0.43</c:v>
                  </c:pt>
                  <c:pt idx="2">
                    <c:v>0.65</c:v>
                  </c:pt>
                  <c:pt idx="3">
                    <c:v>0.88</c:v>
                  </c:pt>
                  <c:pt idx="4">
                    <c:v>1.11</c:v>
                  </c:pt>
                  <c:pt idx="5">
                    <c:v>1.33</c:v>
                  </c:pt>
                  <c:pt idx="6">
                    <c:v>1.56</c:v>
                  </c:pt>
                  <c:pt idx="7">
                    <c:v>1.78</c:v>
                  </c:pt>
                  <c:pt idx="8">
                    <c:v>2.01</c:v>
                  </c:pt>
                  <c:pt idx="9">
                    <c:v>2.24</c:v>
                  </c:pt>
                  <c:pt idx="10">
                    <c:v>2.46</c:v>
                  </c:pt>
                  <c:pt idx="11">
                    <c:v>2.69</c:v>
                  </c:pt>
                  <c:pt idx="12">
                    <c:v>2.92</c:v>
                  </c:pt>
                  <c:pt idx="13">
                    <c:v>3.14</c:v>
                  </c:pt>
                  <c:pt idx="14">
                    <c:v>3.37</c:v>
                  </c:pt>
                  <c:pt idx="15">
                    <c:v>3.59</c:v>
                  </c:pt>
                  <c:pt idx="16">
                    <c:v>3.82</c:v>
                  </c:pt>
                  <c:pt idx="17">
                    <c:v>4.05</c:v>
                  </c:pt>
                  <c:pt idx="18">
                    <c:v>4.27</c:v>
                  </c:pt>
                  <c:pt idx="19">
                    <c:v>4.5</c:v>
                  </c:pt>
                  <c:pt idx="20">
                    <c:v>4.73</c:v>
                  </c:pt>
                  <c:pt idx="21">
                    <c:v>4.95</c:v>
                  </c:pt>
                  <c:pt idx="22">
                    <c:v>5.18</c:v>
                  </c:pt>
                  <c:pt idx="23">
                    <c:v>5.4</c:v>
                  </c:pt>
                  <c:pt idx="24">
                    <c:v>5.63</c:v>
                  </c:pt>
                  <c:pt idx="25">
                    <c:v>5.86</c:v>
                  </c:pt>
                  <c:pt idx="26">
                    <c:v>6.08</c:v>
                  </c:pt>
                  <c:pt idx="27">
                    <c:v>6.31</c:v>
                  </c:pt>
                  <c:pt idx="28">
                    <c:v>6.54</c:v>
                  </c:pt>
                  <c:pt idx="29">
                    <c:v>6.76</c:v>
                  </c:pt>
                  <c:pt idx="30">
                    <c:v>6.99</c:v>
                  </c:pt>
                  <c:pt idx="31">
                    <c:v>7.21</c:v>
                  </c:pt>
                  <c:pt idx="32">
                    <c:v>7.44</c:v>
                  </c:pt>
                  <c:pt idx="33">
                    <c:v>7.67</c:v>
                  </c:pt>
                  <c:pt idx="34">
                    <c:v>7.89</c:v>
                  </c:pt>
                  <c:pt idx="35">
                    <c:v>8.12</c:v>
                  </c:pt>
                  <c:pt idx="36">
                    <c:v>8.35</c:v>
                  </c:pt>
                  <c:pt idx="37">
                    <c:v>8.57</c:v>
                  </c:pt>
                  <c:pt idx="38">
                    <c:v>8.8</c:v>
                  </c:pt>
                  <c:pt idx="39">
                    <c:v>9.02</c:v>
                  </c:pt>
                  <c:pt idx="40">
                    <c:v>9.25</c:v>
                  </c:pt>
                  <c:pt idx="41">
                    <c:v>9.48</c:v>
                  </c:pt>
                  <c:pt idx="42">
                    <c:v>9.7</c:v>
                  </c:pt>
                  <c:pt idx="43">
                    <c:v>9.93</c:v>
                  </c:pt>
                  <c:pt idx="44">
                    <c:v>10.16</c:v>
                  </c:pt>
                  <c:pt idx="45">
                    <c:v>10.38</c:v>
                  </c:pt>
                  <c:pt idx="46">
                    <c:v>10.61</c:v>
                  </c:pt>
                  <c:pt idx="47">
                    <c:v>10.83</c:v>
                  </c:pt>
                  <c:pt idx="48">
                    <c:v>11.06</c:v>
                  </c:pt>
                  <c:pt idx="49">
                    <c:v>11.29</c:v>
                  </c:pt>
                  <c:pt idx="50">
                    <c:v>11.51</c:v>
                  </c:pt>
                  <c:pt idx="51">
                    <c:v>11.74</c:v>
                  </c:pt>
                  <c:pt idx="52">
                    <c:v>11.97</c:v>
                  </c:pt>
                  <c:pt idx="53">
                    <c:v>12.19</c:v>
                  </c:pt>
                  <c:pt idx="54">
                    <c:v>12.42</c:v>
                  </c:pt>
                  <c:pt idx="55">
                    <c:v>12.64</c:v>
                  </c:pt>
                  <c:pt idx="56">
                    <c:v>12.87</c:v>
                  </c:pt>
                  <c:pt idx="57">
                    <c:v>13.1</c:v>
                  </c:pt>
                  <c:pt idx="58">
                    <c:v>13.32</c:v>
                  </c:pt>
                  <c:pt idx="59">
                    <c:v>13.55</c:v>
                  </c:pt>
                </c:lvl>
              </c:multiLvlStrCache>
            </c:multiLvl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2.4267</c:v>
                </c:pt>
                <c:pt idx="1">
                  <c:v>2.3445</c:v>
                </c:pt>
                <c:pt idx="2">
                  <c:v>2.2458</c:v>
                </c:pt>
                <c:pt idx="3">
                  <c:v>2.0345</c:v>
                </c:pt>
                <c:pt idx="4">
                  <c:v>1.8285</c:v>
                </c:pt>
                <c:pt idx="5">
                  <c:v>1.2194</c:v>
                </c:pt>
                <c:pt idx="6">
                  <c:v>0.6709</c:v>
                </c:pt>
                <c:pt idx="7">
                  <c:v>0.3624</c:v>
                </c:pt>
                <c:pt idx="8">
                  <c:v>0.2028</c:v>
                </c:pt>
                <c:pt idx="9">
                  <c:v>0.1065</c:v>
                </c:pt>
                <c:pt idx="10">
                  <c:v>0.0574</c:v>
                </c:pt>
                <c:pt idx="11">
                  <c:v>0.0353</c:v>
                </c:pt>
                <c:pt idx="12">
                  <c:v>0.0271</c:v>
                </c:pt>
                <c:pt idx="13">
                  <c:v>0.0217</c:v>
                </c:pt>
                <c:pt idx="14">
                  <c:v>0.0192</c:v>
                </c:pt>
                <c:pt idx="15">
                  <c:v>0.015</c:v>
                </c:pt>
                <c:pt idx="16">
                  <c:v>0.0112</c:v>
                </c:pt>
                <c:pt idx="17">
                  <c:v>0.0095</c:v>
                </c:pt>
                <c:pt idx="18">
                  <c:v>0.0084</c:v>
                </c:pt>
                <c:pt idx="19">
                  <c:v>0.0074</c:v>
                </c:pt>
                <c:pt idx="20">
                  <c:v>0.0067</c:v>
                </c:pt>
                <c:pt idx="21">
                  <c:v>0.006</c:v>
                </c:pt>
                <c:pt idx="22">
                  <c:v>0.006</c:v>
                </c:pt>
                <c:pt idx="23">
                  <c:v>0.0061</c:v>
                </c:pt>
                <c:pt idx="24">
                  <c:v>0.0058</c:v>
                </c:pt>
                <c:pt idx="25">
                  <c:v>0.0056</c:v>
                </c:pt>
                <c:pt idx="26">
                  <c:v>0.0055</c:v>
                </c:pt>
                <c:pt idx="27">
                  <c:v>0.0057</c:v>
                </c:pt>
                <c:pt idx="28">
                  <c:v>0.0059</c:v>
                </c:pt>
                <c:pt idx="29">
                  <c:v>0.0055</c:v>
                </c:pt>
                <c:pt idx="30">
                  <c:v>0.0055</c:v>
                </c:pt>
                <c:pt idx="31">
                  <c:v>0.0057</c:v>
                </c:pt>
                <c:pt idx="32">
                  <c:v>0.0056</c:v>
                </c:pt>
                <c:pt idx="33">
                  <c:v>0.0056</c:v>
                </c:pt>
                <c:pt idx="34">
                  <c:v>0.0054</c:v>
                </c:pt>
                <c:pt idx="35">
                  <c:v>0.0055</c:v>
                </c:pt>
                <c:pt idx="36">
                  <c:v>0.0059</c:v>
                </c:pt>
                <c:pt idx="37">
                  <c:v>0.006</c:v>
                </c:pt>
                <c:pt idx="38">
                  <c:v>0.0055</c:v>
                </c:pt>
                <c:pt idx="39">
                  <c:v>0.0048</c:v>
                </c:pt>
                <c:pt idx="40">
                  <c:v>0.0045</c:v>
                </c:pt>
                <c:pt idx="41">
                  <c:v>0.0047</c:v>
                </c:pt>
                <c:pt idx="42">
                  <c:v>0.0045</c:v>
                </c:pt>
                <c:pt idx="43">
                  <c:v>0.0043</c:v>
                </c:pt>
                <c:pt idx="44">
                  <c:v>0.0042</c:v>
                </c:pt>
                <c:pt idx="45">
                  <c:v>0.004</c:v>
                </c:pt>
                <c:pt idx="46">
                  <c:v>0.0039</c:v>
                </c:pt>
                <c:pt idx="47">
                  <c:v>0.0038</c:v>
                </c:pt>
                <c:pt idx="48">
                  <c:v>0.0037</c:v>
                </c:pt>
                <c:pt idx="49">
                  <c:v>0.0035</c:v>
                </c:pt>
                <c:pt idx="50">
                  <c:v>0.0036</c:v>
                </c:pt>
                <c:pt idx="51">
                  <c:v>0.0036</c:v>
                </c:pt>
                <c:pt idx="52">
                  <c:v>0.0035</c:v>
                </c:pt>
                <c:pt idx="53">
                  <c:v>0.0034</c:v>
                </c:pt>
                <c:pt idx="54">
                  <c:v>0.0035</c:v>
                </c:pt>
                <c:pt idx="55">
                  <c:v>0.0033</c:v>
                </c:pt>
                <c:pt idx="56">
                  <c:v>0.0031</c:v>
                </c:pt>
                <c:pt idx="57">
                  <c:v>0.003</c:v>
                </c:pt>
                <c:pt idx="58">
                  <c:v>0.0027</c:v>
                </c:pt>
                <c:pt idx="59">
                  <c:v>0.0028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0.2</c:v>
                  </c:pt>
                  <c:pt idx="1">
                    <c:v>0.43</c:v>
                  </c:pt>
                  <c:pt idx="2">
                    <c:v>0.65</c:v>
                  </c:pt>
                  <c:pt idx="3">
                    <c:v>0.88</c:v>
                  </c:pt>
                  <c:pt idx="4">
                    <c:v>1.11</c:v>
                  </c:pt>
                  <c:pt idx="5">
                    <c:v>1.33</c:v>
                  </c:pt>
                  <c:pt idx="6">
                    <c:v>1.56</c:v>
                  </c:pt>
                  <c:pt idx="7">
                    <c:v>1.78</c:v>
                  </c:pt>
                  <c:pt idx="8">
                    <c:v>2.01</c:v>
                  </c:pt>
                  <c:pt idx="9">
                    <c:v>2.24</c:v>
                  </c:pt>
                  <c:pt idx="10">
                    <c:v>2.46</c:v>
                  </c:pt>
                  <c:pt idx="11">
                    <c:v>2.69</c:v>
                  </c:pt>
                  <c:pt idx="12">
                    <c:v>2.92</c:v>
                  </c:pt>
                  <c:pt idx="13">
                    <c:v>3.14</c:v>
                  </c:pt>
                  <c:pt idx="14">
                    <c:v>3.37</c:v>
                  </c:pt>
                  <c:pt idx="15">
                    <c:v>3.59</c:v>
                  </c:pt>
                  <c:pt idx="16">
                    <c:v>3.82</c:v>
                  </c:pt>
                  <c:pt idx="17">
                    <c:v>4.05</c:v>
                  </c:pt>
                  <c:pt idx="18">
                    <c:v>4.27</c:v>
                  </c:pt>
                  <c:pt idx="19">
                    <c:v>4.5</c:v>
                  </c:pt>
                  <c:pt idx="20">
                    <c:v>4.73</c:v>
                  </c:pt>
                  <c:pt idx="21">
                    <c:v>4.95</c:v>
                  </c:pt>
                  <c:pt idx="22">
                    <c:v>5.18</c:v>
                  </c:pt>
                  <c:pt idx="23">
                    <c:v>5.4</c:v>
                  </c:pt>
                  <c:pt idx="24">
                    <c:v>5.63</c:v>
                  </c:pt>
                  <c:pt idx="25">
                    <c:v>5.86</c:v>
                  </c:pt>
                  <c:pt idx="26">
                    <c:v>6.08</c:v>
                  </c:pt>
                  <c:pt idx="27">
                    <c:v>6.31</c:v>
                  </c:pt>
                  <c:pt idx="28">
                    <c:v>6.54</c:v>
                  </c:pt>
                  <c:pt idx="29">
                    <c:v>6.76</c:v>
                  </c:pt>
                  <c:pt idx="30">
                    <c:v>6.99</c:v>
                  </c:pt>
                  <c:pt idx="31">
                    <c:v>7.21</c:v>
                  </c:pt>
                  <c:pt idx="32">
                    <c:v>7.44</c:v>
                  </c:pt>
                  <c:pt idx="33">
                    <c:v>7.67</c:v>
                  </c:pt>
                  <c:pt idx="34">
                    <c:v>7.89</c:v>
                  </c:pt>
                  <c:pt idx="35">
                    <c:v>8.12</c:v>
                  </c:pt>
                  <c:pt idx="36">
                    <c:v>8.35</c:v>
                  </c:pt>
                  <c:pt idx="37">
                    <c:v>8.57</c:v>
                  </c:pt>
                  <c:pt idx="38">
                    <c:v>8.8</c:v>
                  </c:pt>
                  <c:pt idx="39">
                    <c:v>9.02</c:v>
                  </c:pt>
                  <c:pt idx="40">
                    <c:v>9.25</c:v>
                  </c:pt>
                  <c:pt idx="41">
                    <c:v>9.48</c:v>
                  </c:pt>
                  <c:pt idx="42">
                    <c:v>9.7</c:v>
                  </c:pt>
                  <c:pt idx="43">
                    <c:v>9.93</c:v>
                  </c:pt>
                  <c:pt idx="44">
                    <c:v>10.16</c:v>
                  </c:pt>
                  <c:pt idx="45">
                    <c:v>10.38</c:v>
                  </c:pt>
                  <c:pt idx="46">
                    <c:v>10.61</c:v>
                  </c:pt>
                  <c:pt idx="47">
                    <c:v>10.83</c:v>
                  </c:pt>
                  <c:pt idx="48">
                    <c:v>11.06</c:v>
                  </c:pt>
                  <c:pt idx="49">
                    <c:v>11.29</c:v>
                  </c:pt>
                  <c:pt idx="50">
                    <c:v>11.51</c:v>
                  </c:pt>
                  <c:pt idx="51">
                    <c:v>11.74</c:v>
                  </c:pt>
                  <c:pt idx="52">
                    <c:v>11.97</c:v>
                  </c:pt>
                  <c:pt idx="53">
                    <c:v>12.19</c:v>
                  </c:pt>
                  <c:pt idx="54">
                    <c:v>12.42</c:v>
                  </c:pt>
                  <c:pt idx="55">
                    <c:v>12.64</c:v>
                  </c:pt>
                  <c:pt idx="56">
                    <c:v>12.87</c:v>
                  </c:pt>
                  <c:pt idx="57">
                    <c:v>13.1</c:v>
                  </c:pt>
                  <c:pt idx="58">
                    <c:v>13.32</c:v>
                  </c:pt>
                  <c:pt idx="59">
                    <c:v>13.55</c:v>
                  </c:pt>
                </c:lvl>
              </c:multiLvlStrCache>
            </c:multiLvl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2.4785</c:v>
                </c:pt>
                <c:pt idx="1">
                  <c:v>2.1048</c:v>
                </c:pt>
                <c:pt idx="2">
                  <c:v>1.7563</c:v>
                </c:pt>
                <c:pt idx="3">
                  <c:v>1.5366</c:v>
                </c:pt>
                <c:pt idx="4">
                  <c:v>0.9346</c:v>
                </c:pt>
                <c:pt idx="5">
                  <c:v>0.51</c:v>
                </c:pt>
                <c:pt idx="6">
                  <c:v>0.2778</c:v>
                </c:pt>
                <c:pt idx="7">
                  <c:v>0.153</c:v>
                </c:pt>
                <c:pt idx="8">
                  <c:v>0.0812</c:v>
                </c:pt>
                <c:pt idx="9">
                  <c:v>0.0494</c:v>
                </c:pt>
                <c:pt idx="10">
                  <c:v>0.0377</c:v>
                </c:pt>
                <c:pt idx="11">
                  <c:v>0.0252</c:v>
                </c:pt>
                <c:pt idx="12">
                  <c:v>0.0176</c:v>
                </c:pt>
                <c:pt idx="13">
                  <c:v>0.0126</c:v>
                </c:pt>
                <c:pt idx="14">
                  <c:v>0.0103</c:v>
                </c:pt>
                <c:pt idx="15">
                  <c:v>0.0089</c:v>
                </c:pt>
                <c:pt idx="16">
                  <c:v>0.008</c:v>
                </c:pt>
                <c:pt idx="17">
                  <c:v>0.0069</c:v>
                </c:pt>
                <c:pt idx="18">
                  <c:v>0.0059</c:v>
                </c:pt>
                <c:pt idx="19">
                  <c:v>0.0062</c:v>
                </c:pt>
                <c:pt idx="20">
                  <c:v>0.0064</c:v>
                </c:pt>
                <c:pt idx="21">
                  <c:v>0.0057</c:v>
                </c:pt>
                <c:pt idx="22">
                  <c:v>0.0056</c:v>
                </c:pt>
                <c:pt idx="23">
                  <c:v>0.0058</c:v>
                </c:pt>
                <c:pt idx="24">
                  <c:v>0.0056</c:v>
                </c:pt>
                <c:pt idx="25">
                  <c:v>0.0055</c:v>
                </c:pt>
                <c:pt idx="26">
                  <c:v>0.0054</c:v>
                </c:pt>
                <c:pt idx="27">
                  <c:v>0.0051</c:v>
                </c:pt>
                <c:pt idx="28">
                  <c:v>0.0049</c:v>
                </c:pt>
                <c:pt idx="29">
                  <c:v>0.0047</c:v>
                </c:pt>
                <c:pt idx="30">
                  <c:v>0.0047</c:v>
                </c:pt>
                <c:pt idx="31">
                  <c:v>0.0048</c:v>
                </c:pt>
                <c:pt idx="32">
                  <c:v>0.0044</c:v>
                </c:pt>
                <c:pt idx="33">
                  <c:v>0.0042</c:v>
                </c:pt>
                <c:pt idx="34">
                  <c:v>0.0044</c:v>
                </c:pt>
                <c:pt idx="35">
                  <c:v>0.0043</c:v>
                </c:pt>
                <c:pt idx="36">
                  <c:v>0.0043</c:v>
                </c:pt>
                <c:pt idx="37">
                  <c:v>0.004</c:v>
                </c:pt>
                <c:pt idx="38">
                  <c:v>0.0038</c:v>
                </c:pt>
                <c:pt idx="39">
                  <c:v>0.0035</c:v>
                </c:pt>
                <c:pt idx="40">
                  <c:v>0.0038</c:v>
                </c:pt>
                <c:pt idx="41">
                  <c:v>0.0039</c:v>
                </c:pt>
                <c:pt idx="42">
                  <c:v>0.0038</c:v>
                </c:pt>
                <c:pt idx="43">
                  <c:v>0.0035</c:v>
                </c:pt>
                <c:pt idx="44">
                  <c:v>0.0033</c:v>
                </c:pt>
                <c:pt idx="45">
                  <c:v>0.0033</c:v>
                </c:pt>
                <c:pt idx="46">
                  <c:v>0.0036</c:v>
                </c:pt>
                <c:pt idx="47">
                  <c:v>0.0034</c:v>
                </c:pt>
                <c:pt idx="48">
                  <c:v>0.0033</c:v>
                </c:pt>
                <c:pt idx="49">
                  <c:v>0.0033</c:v>
                </c:pt>
                <c:pt idx="50">
                  <c:v>0.003</c:v>
                </c:pt>
                <c:pt idx="51">
                  <c:v>0.003</c:v>
                </c:pt>
                <c:pt idx="52">
                  <c:v>0.0028</c:v>
                </c:pt>
                <c:pt idx="53">
                  <c:v>0.0028</c:v>
                </c:pt>
                <c:pt idx="54">
                  <c:v>0.003</c:v>
                </c:pt>
                <c:pt idx="55">
                  <c:v>0.0029</c:v>
                </c:pt>
                <c:pt idx="56">
                  <c:v>0.0029</c:v>
                </c:pt>
                <c:pt idx="57">
                  <c:v>0.0027</c:v>
                </c:pt>
                <c:pt idx="58">
                  <c:v>0.0027</c:v>
                </c:pt>
                <c:pt idx="59">
                  <c:v>0.0025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F7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6F76"/>
                    </a:solidFill>
                    <a:latin typeface="Arial"/>
                  </a:rPr>
                  <a:t>training steps (millions)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F7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6F76"/>
                    </a:solidFill>
                    <a:latin typeface="Arial"/>
                  </a:rPr>
                  <a:t>value loss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4"/>
                </a:solidFill>
                <a:latin typeface="+mn-lt"/>
              </a:rPr>
              <a:t>Success rate by task size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comm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4 cartons</c:v>
                  </c:pt>
                  <c:pt idx="1">
                    <c:v>8 cartons</c:v>
                  </c:pt>
                  <c:pt idx="2">
                    <c:v>12 cartons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</c:v>
                </c:pt>
                <c:pt idx="1">
                  <c:v>84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4 cartons</c:v>
                  </c:pt>
                  <c:pt idx="1">
                    <c:v>8 cartons</c:v>
                  </c:pt>
                  <c:pt idx="2">
                    <c:v>12 cartons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39</c:v>
                </c:pt>
                <c:pt idx="1">
                  <c:v>60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F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HiveMind · multi-agent RL + emergent communication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video" Target="../media/media-15-4.mp4"/><Relationship Id="rId5" Type="http://schemas.microsoft.com/office/2007/relationships/media" Target="../media/media-15-4.mp4"/><Relationship Id="rId6" Type="http://schemas.openxmlformats.org/officeDocument/2006/relationships/image" Target="../media/image-15-6.png"/><Relationship Id="rId7" Type="http://schemas.openxmlformats.org/officeDocument/2006/relationships/video" Target="../media/media-15-7.mp4"/><Relationship Id="rId8" Type="http://schemas.microsoft.com/office/2007/relationships/media" Target="../media/media-15-7.mp4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HiveMind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Cooperative warehouse robots with multi-agent reinforcement learning and emergent communication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Problem and goals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120640" cy="411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Warehouses run fleets of robots that share narrow aisles, compete for the same items and block each other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Hand-coded coordination needs a map and breaks when the layout changes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question: can a team learn to coordinate purely from experience, and learn to talk?</a:t>
            </a:r>
            <a:endParaRPr lang="en-US" sz="1800" dirty="0"/>
          </a:p>
        </p:txBody>
      </p:sp>
      <p:sp>
        <p:nvSpPr>
          <p:cNvPr id="4" name="goal1"/>
          <p:cNvSpPr/>
          <p:nvPr/>
        </p:nvSpPr>
        <p:spPr>
          <a:xfrm>
            <a:off x="6126480" y="128016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355080" y="1417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Goal 1 · Cooperative MARL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1847088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robots find, pick up and deliver 12 cartons to a depot as a team. No map, randomised layout each episode, obstacles sensed only by LiDAR.</a:t>
            </a:r>
            <a:endParaRPr lang="en-US" sz="1400" dirty="0"/>
          </a:p>
        </p:txBody>
      </p:sp>
      <p:sp>
        <p:nvSpPr>
          <p:cNvPr id="7" name="goal2"/>
          <p:cNvSpPr/>
          <p:nvPr/>
        </p:nvSpPr>
        <p:spPr>
          <a:xfrm>
            <a:off x="6126480" y="374904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3886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Goal 2 · Emergent communication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4315968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16-token message channel with no predefined meaning. Controlled ablation: no comm vs comm. Metrics: success, makespan, collisions, token entropy, mutual information.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System architecture</a:t>
            </a:r>
            <a:endParaRPr lang="en-US" sz="3400" dirty="0"/>
          </a:p>
        </p:txBody>
      </p:sp>
      <p:pic>
        <p:nvPicPr>
          <p:cNvPr id="3" name="sysarch" descr="/home/shiv/Desktop/code/HiveMind/final-product/docs/diagrams/1_system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1064240" cy="4983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Environment: a procedural PyBullet warehouse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675120" cy="493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Simulator: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PyBullet rigid-body physics wrapped as a Gymnasium environment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World: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13 × 13 grid, 6 shelf rows split by 2 random gaps each, 12 cartons in the gaps, corner depot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Robots: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4 differential-drive URDF robots with yaw arm, gripper and a mast-mounted LiDAR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LiDAR: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72 rays, 270° arc, 0.1–10 m, σ = 1 cm + 1% noise, cast at chassis height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Motion: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one-cell moves and 90° turns, animated over physics sub-steps then snapped to the grid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Episode: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ends when all cartons are delivered or at the step cap (60–400, scaled to task size)</a:t>
            </a:r>
            <a:endParaRPr lang="en-US" sz="1600" dirty="0"/>
          </a:p>
        </p:txBody>
      </p:sp>
      <p:pic>
        <p:nvPicPr>
          <p:cNvPr id="4" name="envshot" descr="/home/shiv/Desktop/code/HiveMind/final-product/presentation_graphs/env_top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234440"/>
            <a:ext cx="4023360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589520" y="5349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Top-down view: shelves, cartons in the gaps, depot (black, top-left), robots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One environment step, in order</a:t>
            </a:r>
            <a:endParaRPr lang="en-US" sz="3400" dirty="0"/>
          </a:p>
        </p:txBody>
      </p:sp>
      <p:pic>
        <p:nvPicPr>
          <p:cNvPr id="3" name="stepflow" descr="/home/shiv/Desktop/code/HiveMind/final-product/docs/diagrams/2_env_step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106424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Observation and action spaces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5836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Block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Size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Contents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Own state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pose (x, y, heading), velocity, carrying flag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Teammates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× (pose, carrying flag)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Cartons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 status values + 12 (x, y) positions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Depot · time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offset to depot, fraction of episode elapsed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LiDAR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72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normalised ranges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Messages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48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teammates × 16-token one-hot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177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 robot, all values in [−1, 1]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action"/>
          <p:cNvSpPr/>
          <p:nvPr/>
        </p:nvSpPr>
        <p:spPr>
          <a:xfrm>
            <a:off x="7589520" y="1325880"/>
            <a:ext cx="40233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18120" y="1463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Action: MultiDiscrete([7, 16])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1892808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 moves (forward, backward, left, right, pick up, drop off, stay) plus one of 16 message tokens, every step.</a:t>
            </a:r>
            <a:endParaRPr lang="en-US" sz="1400" dirty="0"/>
          </a:p>
        </p:txBody>
      </p:sp>
      <p:sp>
        <p:nvSpPr>
          <p:cNvPr id="7" name="pinned"/>
          <p:cNvSpPr/>
          <p:nvPr/>
        </p:nvSpPr>
        <p:spPr>
          <a:xfrm>
            <a:off x="7589520" y="3703320"/>
            <a:ext cx="40233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18120" y="3840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Width pinned at 177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4270248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Checked at import, in the constructor and at runtime. Message slots exist in both ablation arms, so their networks are identical.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Reward design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0.8 · R_shared + 0.2 · R_individual + 30 · (Φ(s′) − Φ(s))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3657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Shared (all robots)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Reward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Carton delivered (anyone)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+10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All cartons delivered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+100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Makespan bonus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+50·(T_max − T)/T_max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Collision event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−1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Time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−0.05 / step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874520"/>
          <a:ext cx="3931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Individual (per robot)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Reward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Own pick-up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+1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Own delivery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+2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Collision it caused / hit obstacle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−5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Invalid action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−0.5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Idle (not turning, away from depot)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−0.02 / step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shaping"/>
          <p:cNvSpPr/>
          <p:nvPr/>
        </p:nvSpPr>
        <p:spPr>
          <a:xfrm>
            <a:off x="8595360" y="1874520"/>
            <a:ext cx="3017520" cy="42062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82396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Potential shaping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823960" y="2441448"/>
            <a:ext cx="2560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Φ = −(cartons left + 0.5 if not carrying + distance / 26)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Telescopes over an episode, so it can't be farmed.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Pick-ups and deliveries always raise Φ.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cell of progress ≈ +1.15.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257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Collision blame is asymmetric: only the robot that moved takes −5. No reward exists for messaging; communication can only pay through the team reward.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Network: Recurrent PPO with a three-branch extractor</a:t>
            </a:r>
            <a:endParaRPr lang="en-US" sz="3400" dirty="0"/>
          </a:p>
        </p:txBody>
      </p:sp>
      <p:pic>
        <p:nvPicPr>
          <p:cNvPr id="3" name="network" descr="/home/shiv/Desktop/code/HiveMind/final-product/docs/diagrams/3_network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1064240" cy="44256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Dimensions verified against the trained weights. Actor and critic each have their own extractor and LSTM; one set of weights drives all 4 robots.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Emergent communication and the ablation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669280" cy="457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Speaker: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a 16-way token head; π(move, token | o) = π(move | o) · π(token | o)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Listener: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embed 16→64 per sender, 4-head self-attention over 3 senders, max-pool → 64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Timing: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tokens sent at step t reach teammates' observations for step t + 1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Emergent: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no meaning or reward is given to tokens; any protocol must come from the team reward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325880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No comm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Comm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Tokens produced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Tokens delivered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(slots held at 0)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Network · action space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same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same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Reward · curriculum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same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same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Hyperparameters · seed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same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same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58368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One variable changed: whether messages reach teammates.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Training pipeline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760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Hyperparameter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Algorithm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RecurrentPPO (sb3-contrib)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Parallel worlds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 processes → 32 agent slots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Rollout / mini-batch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512 per slot (16,384) / 4,096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Epochs per update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Learning rate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3e-4, linear decay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γ / GAE λ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0.999 / 0.95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Clip / entropy / value coef.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 / 0.02 / 0.5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Reward normalisation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VecNormalize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urr"/>
          <p:cNvSpPr/>
          <p:nvPr/>
        </p:nvSpPr>
        <p:spPr>
          <a:xfrm>
            <a:off x="6675120" y="1325880"/>
            <a:ext cx="4937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903720" y="14630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Curriculum: 1 → 2 → 4 → 8 → 12 cartons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903720" y="1892808"/>
            <a:ext cx="4480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Starting at 1 carton lets a random team finish episodes, so the critic sees the completion bonus. Promotion at 85% rolling success.</a:t>
            </a:r>
            <a:endParaRPr lang="en-US" sz="1400" dirty="0"/>
          </a:p>
        </p:txBody>
      </p:sp>
      <p:sp>
        <p:nvSpPr>
          <p:cNvPr id="7" name="share"/>
          <p:cNvSpPr/>
          <p:nvPr/>
        </p:nvSpPr>
        <p:spPr>
          <a:xfrm>
            <a:off x="6675120" y="3794760"/>
            <a:ext cx="4937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03720" y="39319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Parameter sharing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4361688"/>
            <a:ext cx="4480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custom SB3 VecEnv presents each 4-robot world as 4 slots of one shared policy. Physics is ~95% of the cost, so one process per world gives ~4.3× throughput.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Training: both arms learn the full task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172200" y="118872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step range for both runs. Comm reached the 12-carton stage at 2.16 M vs 2.56 M steps and finished shorter episodes (187 vs 208) at the same point. One run per arm.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Optimisation: critic loss and curriculum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curriculum" descr="/home/shiv/Desktop/code/HiveMind/final-product/presentation_graphs/t7_curriculum_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25880"/>
            <a:ext cx="5486400" cy="285292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172200" y="4343400"/>
            <a:ext cx="548640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Value loss falls ~3 orders of magnitude; explained variance → 0.999 in both arms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Total and clipped-surrogate losses drop in the first ~2–3 M steps, then plateau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Evaluation: 100 headless episodes per setting</a:t>
            </a:r>
            <a:endParaRPr lang="en-US" sz="3400" dirty="0"/>
          </a:p>
        </p:txBody>
      </p:sp>
      <p:sp>
        <p:nvSpPr>
          <p:cNvPr id="3" name="statnc"/>
          <p:cNvSpPr txBox="1"/>
          <p:nvPr/>
        </p:nvSpPr>
        <p:spPr>
          <a:xfrm>
            <a:off x="548640" y="13258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no comm · 12-carton success</a:t>
            </a:r>
            <a:endParaRPr lang="en-US" sz="1400" dirty="0"/>
          </a:p>
        </p:txBody>
      </p:sp>
      <p:sp>
        <p:nvSpPr>
          <p:cNvPr id="5" name="statc"/>
          <p:cNvSpPr txBox="1"/>
          <p:nvPr/>
        </p:nvSpPr>
        <p:spPr>
          <a:xfrm>
            <a:off x="3291840" y="13258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comm · 12-carton success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172200" y="118872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3200400"/>
            <a:ext cx="530352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Deterministic policy, identical warehouse layouts (fixed seeds) for every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Both arms solve the full task every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Smaller tasks are weaker for both: the policies specialise on 12 cartons, and step caps are tighter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Did communication emerge?</a:t>
            </a:r>
            <a:endParaRPr lang="en-US" sz="3400" dirty="0"/>
          </a:p>
        </p:txBody>
      </p:sp>
      <p:pic>
        <p:nvPicPr>
          <p:cNvPr id="3" name="interv" descr="/home/shiv/Desktop/code/HiveMind/final-product/presentation_graphs/e4_intervention_makesp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486400" cy="2852928"/>
          </a:xfrm>
          <a:prstGeom prst="rect">
            <a:avLst/>
          </a:prstGeom>
        </p:spPr>
      </p:pic>
      <p:pic>
        <p:nvPicPr>
          <p:cNvPr id="4" name="tokens" descr="/home/shiv/Desktop/code/HiveMind/final-product/presentation_graphs/e5_token_u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88720"/>
            <a:ext cx="5486400" cy="285292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Intervention: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zeroing the comm model's incoming messages keeps 100% success with no slowdown (median 103 vs 108 steps)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Token statistics: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entropy 3.80 of 4 bits (near uniform); I(token; carrying) = 0.013 bits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Conclusion: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the channel is open, but the policy does not rely on 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Demo videos (same warehouse, seed 1069)</a:t>
            </a:r>
            <a:endParaRPr lang="en-US" sz="3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234440"/>
            <a:ext cx="3474720" cy="3749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74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Comm · 109 steps</a:t>
            </a:r>
            <a:endParaRPr lang="en-US" sz="1400" dirty="0"/>
          </a:p>
        </p:txBody>
      </p:sp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43400" y="1234440"/>
            <a:ext cx="3474720" cy="3749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343400" y="5074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comm · 129 steps</a:t>
            </a:r>
            <a:endParaRPr lang="en-US" sz="1400" dirty="0"/>
          </a:p>
        </p:txBody>
      </p:sp>
      <p:pic>
        <p:nvPicPr>
          <p:cNvPr id="9" name="Media 2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138160" y="1234440"/>
            <a:ext cx="3474720" cy="37490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138160" y="5074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Comm, messages zeroed · 108 steps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Recorded top-down with scripts/record_demo.py; each shows a full 12-carton episode.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Engineering challenges and fixes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Symptom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Root cause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Fix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Robots learned to stand still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Sparse reward; moving risked collisions before any payoff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Potential-based shaping (κ = 30)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Pick-ups scored negative reward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Distance potential jumped at hand-off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 hand-off + cartons-left terms in Φ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~94 shelf collisions per episode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Shelves enterable, only charged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Shelf cells blocked; −0.5 invalid action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Completion bonus never seen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Random team never finishes 4+ cartons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Curriculum from 1 carton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Terminal reward invisible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2,000-step episodes: 0.99²⁰⁰⁰ ≈ 2·10⁻⁹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Caps sized to task; γ = 0.999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LiDAR saw through shelves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Chassis sank under gravity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Height snapped; beam fixed at 0.17 m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Training used one core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Worlds stepped sequentially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One process per world (~4.3×)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Comm vs no comm not comparable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Adding inputs later changes the network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Message slots + token head reserved from day one</a:t>
                      </a:r>
                      <a:endParaRPr lang="en-US" sz="13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Limitations and next steps</a:t>
            </a:r>
            <a:endParaRPr lang="en-US" sz="3400" dirty="0"/>
          </a:p>
        </p:txBody>
      </p:sp>
      <p:sp>
        <p:nvSpPr>
          <p:cNvPr id="3" name="limits"/>
          <p:cNvSpPr/>
          <p:nvPr/>
        </p:nvSpPr>
        <p:spPr>
          <a:xfrm>
            <a:off x="548640" y="1280160"/>
            <a:ext cx="534924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47088"/>
            <a:ext cx="48920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Grid motion with kinematic interpolation, not torque control.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Teammate poses and carton positions are observed, so messages have little new to add.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Decentralised critic; one training run per arm.</a:t>
            </a:r>
            <a:endParaRPr lang="en-US" sz="1400" dirty="0"/>
          </a:p>
        </p:txBody>
      </p:sp>
      <p:sp>
        <p:nvSpPr>
          <p:cNvPr id="6" name="next"/>
          <p:cNvSpPr/>
          <p:nvPr/>
        </p:nvSpPr>
        <p:spPr>
          <a:xfrm>
            <a:off x="6263640" y="1280160"/>
            <a:ext cx="534924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4173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847088"/>
            <a:ext cx="48920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Hide teammates and cartons beyond sensor range so messages must carry information.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Communication incentives: positive listening / signalling, mutual-information bonus.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Centralised MAPPO critic, multiple seeds, randomised task size.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Continuous control, then Sim2Real via ROS 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Repository, documentation and resources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766560" cy="475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final-product/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: codebase, models, logs, graphs, demo videos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README.md: setup, how to run, structure, limitations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docs/walkthrough.md: complete technical reference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docs/diagrams/: system → environment step → network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resource-guide/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: RL, PPO, MARL, reward shaping, emergent communication, PyBullet and SB3 references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learning/iteration-phase/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: archived earlier approaches, models and documents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3931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Stack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Simulation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PyBullet · URDF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Environment API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Gymnasium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Learning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PyTorch · SB3 · sb3-contrib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Monitoring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TensorBoard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Analysis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NumPy · Matplotlib</a:t>
                      </a:r>
                      <a:endParaRPr lang="en-US" sz="14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veMind">
  <a:themeElements>
    <a:clrScheme name="HiveMind">
      <a:dk1>
        <a:srgbClr val="1B1F24"/>
      </a:dk1>
      <a:lt1>
        <a:srgbClr val="FFFFFF"/>
      </a:lt1>
      <a:dk2>
        <a:srgbClr val="1F2A3C"/>
      </a:dk2>
      <a:lt2>
        <a:srgbClr val="F2F4F7"/>
      </a:lt2>
      <a:accent1>
        <a:srgbClr val="2A78D6"/>
      </a:accent1>
      <a:accent2>
        <a:srgbClr val="EB6834"/>
      </a:accent2>
      <a:accent3>
        <a:srgbClr val="0E9F6E"/>
      </a:accent3>
      <a:accent4>
        <a:srgbClr val="898781"/>
      </a:accent4>
      <a:accent5>
        <a:srgbClr val="1C1C1B"/>
      </a:accent5>
      <a:accent6>
        <a:srgbClr val="C9D4E3"/>
      </a:accent6>
      <a:hlink>
        <a:srgbClr val="2A78D6"/>
      </a:hlink>
      <a:folHlink>
        <a:srgbClr val="6D5BD0"/>
      </a:folHlink>
    </a:clrScheme>
    <a:fontScheme name="HiveMin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HiveMind</dc:title>
  <dc:subject>PptxGenJS Presentation</dc:subject>
  <dc:creator>PptxGenJS</dc:creator>
  <cp:lastModifiedBy>PptxGenJS</cp:lastModifiedBy>
  <cp:revision>1</cp:revision>
  <dcterms:created xsi:type="dcterms:W3CDTF">2026-10-03T12:03:58Z</dcterms:created>
  <dcterms:modified xsi:type="dcterms:W3CDTF">2026-10-03T12:03:58Z</dcterms:modified>
</cp:coreProperties>
</file>